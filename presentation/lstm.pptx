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9FB76-7935-7C82-7513-E31ADFF29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5AE9622-FF69-8BE5-FA30-827AF7910A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71BCBF-B69B-0A0D-3155-822E453A8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6800-7C6B-46A0-A3BF-C9910B33280F}" type="datetimeFigureOut">
              <a:rPr lang="ru-RU" smtClean="0"/>
              <a:t>13.05.2025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7E3473-F53B-22A1-D820-FBD3BB00E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78FDFD-1B46-01A4-6F0B-A48D21767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E3E4-3B25-4366-97CD-A04D82F19B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2031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4A6B74-E3CA-2538-E9D9-8D0EE1548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F2A4C-86CD-6BB8-5ED2-16ACAE146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62B1E0-D223-FCA7-AB73-7E7376439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6800-7C6B-46A0-A3BF-C9910B33280F}" type="datetimeFigureOut">
              <a:rPr lang="ru-RU" smtClean="0"/>
              <a:t>13.05.2025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CE2A47-4D40-256F-8F55-53D0A4583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B75E33-7036-4A0E-6703-57C402C66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E3E4-3B25-4366-97CD-A04D82F19B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5387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88EBE5-6ADD-DA63-063C-3BB6B8AC1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DE9CA3-ABD4-2E4A-362F-924B13208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F78E15-579C-F5D3-F3E9-136FD5E0E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6800-7C6B-46A0-A3BF-C9910B33280F}" type="datetimeFigureOut">
              <a:rPr lang="ru-RU" smtClean="0"/>
              <a:t>13.05.2025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D103C3-646E-86C9-8F80-D70FD3A2C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1818D8-BC06-21B6-D410-B0F23EC4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E3E4-3B25-4366-97CD-A04D82F19B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1664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C8EF10-EEAD-310B-8748-9EA30EE67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0BC514-EB5B-2989-13D5-8E031D2541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5B1F225-B44B-1448-A603-BD0BCFF66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0148E32-DDF9-72D7-E444-27E228682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6800-7C6B-46A0-A3BF-C9910B33280F}" type="datetimeFigureOut">
              <a:rPr lang="ru-RU" smtClean="0"/>
              <a:t>13.05.2025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2E01B28-031C-D97C-C771-D3274CB52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E0426A-E055-6183-CF0A-01DC36FA3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E3E4-3B25-4366-97CD-A04D82F19B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8006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6A4AAD-6893-C2E9-4763-474CB9717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0EE965-EB96-3F59-448E-56F5E954C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3FF12DC-7E38-92AB-7F61-D108F8910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1D2C851-E821-9BBA-CF2C-9D6F24289F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8857746-CAB1-DDD3-6AD4-5D0C1D1B95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FA866B5-9C9D-8276-6C71-461D86B25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6800-7C6B-46A0-A3BF-C9910B33280F}" type="datetimeFigureOut">
              <a:rPr lang="ru-RU" smtClean="0"/>
              <a:t>13.05.2025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C37F41E-951C-AAD0-2D7E-3D0672FC5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2E8CA87-040B-2534-9BC4-C5BC1E0B5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E3E4-3B25-4366-97CD-A04D82F19B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393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9FD000-4F20-0CBB-4841-C8666C14E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4A7F0FC-CA34-B91E-F875-7F2FF72FA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6800-7C6B-46A0-A3BF-C9910B33280F}" type="datetimeFigureOut">
              <a:rPr lang="ru-RU" smtClean="0"/>
              <a:t>13.05.2025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338A996-469F-9408-A68A-4EB1E68A5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69C2F9B-0842-2C3B-CE48-695690C3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E3E4-3B25-4366-97CD-A04D82F19B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446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AA923E5-3437-105D-10DA-7370B0992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6800-7C6B-46A0-A3BF-C9910B33280F}" type="datetimeFigureOut">
              <a:rPr lang="ru-RU" smtClean="0"/>
              <a:t>13.05.2025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9E721DC-1D1E-2455-A785-5F638651B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E4B539E-B9D0-FBEC-40D0-0F8EAEA3B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E3E4-3B25-4366-97CD-A04D82F19B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4527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E0792D-1ED5-D777-1C6E-4C621FB8B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2C6B6B-2038-A5AE-FEAF-A8F7E5B26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F5586CE-F36C-0E93-1E80-860D3BD1C8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0F2E4C-F19F-455F-BE23-568B3B63D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6800-7C6B-46A0-A3BF-C9910B33280F}" type="datetimeFigureOut">
              <a:rPr lang="ru-RU" smtClean="0"/>
              <a:t>13.05.2025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58667A6-8042-5222-23F6-3F2013D90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620BBC-5121-3657-CAE5-8C711C580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E3E4-3B25-4366-97CD-A04D82F19B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0989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4F8215-E27F-00F6-9225-A2D6CCD8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58A2533-8A34-0919-EC1D-1EA028F282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37A6E77-32E8-5DF6-837D-B5C35AE8B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ACE6F7-ADCD-CCC8-63E4-52C7F442B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6800-7C6B-46A0-A3BF-C9910B33280F}" type="datetimeFigureOut">
              <a:rPr lang="ru-RU" smtClean="0"/>
              <a:t>13.05.2025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1FB643-1589-DFE9-D594-1D5386778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80378B0-2292-AFAA-B45D-75D479A42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E3E4-3B25-4366-97CD-A04D82F19B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7498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E1833-3C2F-8A23-5292-85434209A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F0947A9-11AD-A874-608D-8E9DDA603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1C5C24-4894-5BC9-08FC-CEFB25ADF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6800-7C6B-46A0-A3BF-C9910B33280F}" type="datetimeFigureOut">
              <a:rPr lang="ru-RU" smtClean="0"/>
              <a:t>13.05.2025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A0D2EF-58EA-7CFD-90FB-8454691CB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412BCD-14CC-BD71-D1DF-34C55CDBC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E3E4-3B25-4366-97CD-A04D82F19B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8612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88BF11F-1973-9169-E674-EA48B82BDC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4013E38-AA82-D072-A3EC-859BC3088F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E687F9-4CCA-249A-E829-8A512FD94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6800-7C6B-46A0-A3BF-C9910B33280F}" type="datetimeFigureOut">
              <a:rPr lang="ru-RU" smtClean="0"/>
              <a:t>13.05.2025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09C2B9-DB2E-D680-471A-89F93F5C7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C28C68-045B-28B0-A95F-CA9D9D6F0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E3E4-3B25-4366-97CD-A04D82F19B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196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85EF5D-D722-2915-CA3A-D6E266BA6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90FD70-BD69-C43E-3BC4-27E08DB88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360E31-F239-8267-A0CD-5E1B6A13D2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436800-7C6B-46A0-A3BF-C9910B33280F}" type="datetimeFigureOut">
              <a:rPr lang="ru-RU" smtClean="0"/>
              <a:t>13.05.2025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A9A455-6796-666D-8505-9BD0FEEC35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7108D2-D98C-867D-B9A2-627E46A41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71E3E4-3B25-4366-97CD-A04D82F19B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3753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C484DD-E008-CDB8-7501-7B7937C06C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Long short-term memory neural networks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3D629A8-F41D-C391-9CE7-AB277D8845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9040" y="4907756"/>
            <a:ext cx="5801360" cy="1655762"/>
          </a:xfrm>
        </p:spPr>
        <p:txBody>
          <a:bodyPr/>
          <a:lstStyle/>
          <a:p>
            <a:r>
              <a:rPr lang="ru-RU" dirty="0"/>
              <a:t>Выполнил: Шарко Сергей Григорьевич</a:t>
            </a:r>
          </a:p>
          <a:p>
            <a:r>
              <a:rPr lang="ru-RU" dirty="0"/>
              <a:t>Группа: 22202</a:t>
            </a:r>
          </a:p>
        </p:txBody>
      </p:sp>
    </p:spTree>
    <p:extLst>
      <p:ext uri="{BB962C8B-B14F-4D97-AF65-F5344CB8AC3E}">
        <p14:creationId xmlns:p14="http://schemas.microsoft.com/office/powerpoint/2010/main" val="2087614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88A03C88-B71E-43D9-DD53-6E99212F9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30388"/>
            <a:ext cx="12192000" cy="319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1503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A7E737EA-9A9A-ACB4-C150-17E5FB523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9125"/>
            <a:ext cx="12192000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2936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C426C3E5-1FA8-2DCF-B0E0-26BE267E2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30325"/>
            <a:ext cx="12192000" cy="419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3519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1" name="Rectangle 5130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8216DF60-8A05-E9F0-29BD-1F82050CB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0115" y="1906492"/>
            <a:ext cx="5294716" cy="1985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135" name="Straight Connector 5134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>
            <a:extLst>
              <a:ext uri="{FF2B5EF4-FFF2-40B4-BE49-F238E27FC236}">
                <a16:creationId xmlns:a16="http://schemas.microsoft.com/office/drawing/2014/main" id="{564FC696-B392-9FE7-D789-BBFA406D4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7169" y="1906492"/>
            <a:ext cx="5294715" cy="1985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>
            <a:extLst>
              <a:ext uri="{FF2B5EF4-FFF2-40B4-BE49-F238E27FC236}">
                <a16:creationId xmlns:a16="http://schemas.microsoft.com/office/drawing/2014/main" id="{AF85CADA-DE78-4086-236B-A979FAE75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583" y="4655503"/>
            <a:ext cx="904875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3540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>
            <a:extLst>
              <a:ext uri="{FF2B5EF4-FFF2-40B4-BE49-F238E27FC236}">
                <a16:creationId xmlns:a16="http://schemas.microsoft.com/office/drawing/2014/main" id="{276C6BAB-AB07-3654-944A-6090044C5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49400"/>
            <a:ext cx="12192000" cy="375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5221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BEF3A4FE-5D93-0D97-21AA-521C635C3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49400"/>
            <a:ext cx="12192000" cy="375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2224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7FB84CFB-4232-93A8-10B4-5B6F4ABC4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49400"/>
            <a:ext cx="12192000" cy="375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4932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09415935-E0A6-C46B-9324-E92F98A00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49400"/>
            <a:ext cx="12192000" cy="375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7981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6" name="Picture 6" descr="Complete LSTM architecture with equations showing how information moves...  | Download Scientific Diagram">
            <a:extLst>
              <a:ext uri="{FF2B5EF4-FFF2-40B4-BE49-F238E27FC236}">
                <a16:creationId xmlns:a16="http://schemas.microsoft.com/office/drawing/2014/main" id="{8AD57813-99BC-F2A1-D6D3-849DF3044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1076325"/>
            <a:ext cx="8096250" cy="4705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7447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7B5BE5-DC3E-BE0E-0E55-00436A453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3066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8381145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17</Words>
  <Application>Microsoft Office PowerPoint</Application>
  <PresentationFormat>Широкоэкранный</PresentationFormat>
  <Paragraphs>4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Тема Office</vt:lpstr>
      <vt:lpstr>Long short-term memory neural networks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ssharko@dnevnik.ru</dc:creator>
  <cp:lastModifiedBy>ssharko@dnevnik.ru</cp:lastModifiedBy>
  <cp:revision>1</cp:revision>
  <dcterms:created xsi:type="dcterms:W3CDTF">2025-05-13T01:43:05Z</dcterms:created>
  <dcterms:modified xsi:type="dcterms:W3CDTF">2025-05-13T13:15:21Z</dcterms:modified>
</cp:coreProperties>
</file>